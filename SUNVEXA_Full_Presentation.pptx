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D4FF33"/>
                </a:solidFill>
              </a:defRPr>
            </a:pPr>
            <a:r>
              <a:t>SUNVEXA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Smarter Solar. Brighter Future.</a:t>
            </a:r>
          </a:p>
          <a:p>
            <a:br/>
            <a:pPr algn="ctr">
              <a:defRPr sz="1600">
                <a:solidFill>
                  <a:srgbClr val="B4BEB9"/>
                </a:solidFill>
              </a:defRPr>
            </a:pPr>
            <a:r>
              <a:t>Next-Generation Clean-Tech E-Commerce &amp; Solar Systems Platform</a:t>
            </a:r>
          </a:p>
          <a:p>
            <a:br/>
            <a:pPr algn="ctr">
              <a:defRPr sz="1200" b="1">
                <a:solidFill>
                  <a:srgbClr val="D4FF33"/>
                </a:solidFill>
              </a:defRPr>
            </a:pPr>
            <a:r>
              <a:t>React 18  •  HTML5 240-Frame Canvas  •  Java 21  •  Spring Boot 3  •  PostgreSQL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FF33"/>
                </a:solidFill>
              </a:defRPr>
            </a:pPr>
            <a:r>
              <a:t>SUNVEXA CLEAN-TECH PLATFORM  •  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 &amp; Project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C1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⚠️ THE INDUSTRY CHALLENGE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Traditional solar websites are static, plain, and lack interactive price transparency.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Rooftop capacity &amp; ROI calculation is mathematically complex for general buyers.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Lack of real-time installation scheduling and order fulfillment tracking.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Unsecured checkout processes without verifiable database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FF33"/>
                </a:solidFill>
              </a:defRPr>
            </a:pPr>
            <a:r>
              <a:t>✨ THE SUNVEXA PLATFORM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Immersive 240-frame 3D solar rendering canvas executing at 60 FPS.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AI Solar Copilot &amp; 24H Load Simulator for automated capacity &amp; ROI estimation.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Transparent 6-Step Buy Now flow with turnkey installation options (+₹25,000).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Enterprise Java 21 / Spring Boot 3 REST APIs backed by PostgreSQL 18 DB.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FF33"/>
                </a:solidFill>
              </a:defRPr>
            </a:pPr>
            <a:r>
              <a:t>SUNVEXA CLEAN-TECH PLATFORM  •  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 Core Clean-Tech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🎬 240-Frame Canvas Scroll Animation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Smooth 60 FPS 3D solar array sequence synchronized seamlessly to scroll position.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🤖 AI Solar Copilot Chat Engine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Conversational AI recommending panel wattages, hybrid inverters &amp; 25-year financial savings.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🛰️ RoofScan AI Satellite Analysis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Preliminary rooftop surface area, tilt angle &amp; 92% sun irradiance index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⚡ 24-Hour Energy Simulator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Hourly load profiling comparing solar generation vs battery storage &amp; grid net-metering.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🛠️ Custom Solar System Builder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Drag-and-drop hardware assembly (Panels, Inverters, Batteries) with real-time specs checking.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FF33"/>
                </a:solidFill>
              </a:defRPr>
            </a:pPr>
            <a:r>
              <a:t>SUNVEXA CLEAN-TECH PLATFORM  •  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FF33"/>
                </a:solidFill>
              </a:defRPr>
            </a:pPr>
            <a:r>
              <a:t>FRONTEND LAYER</a:t>
            </a:r>
            <a:br/>
            <a:r>
              <a:t>React 18 + TypeScript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Vite Build Engine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HTML5 Canvas API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Tailwind CSS Design System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Lucide Icon Suite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Resilient API Client (src/services/api.ts)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FF33"/>
                </a:solidFill>
              </a:defRPr>
            </a:pPr>
            <a:r>
              <a:t>BACKEND LAYER</a:t>
            </a:r>
            <a:br/>
            <a:r>
              <a:t>Java 21 + Spring Boot 3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Spring Web REST Controllers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Spring Security + JJWT Auth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BCrypt Password Encoder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Spring Data JPA / Hibernate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Global Exception Handler (@RestControllerAdvice)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FF33"/>
                </a:solidFill>
              </a:defRPr>
            </a:pPr>
            <a:r>
              <a:t>DATABASE LAYER</a:t>
            </a:r>
            <a:br/>
            <a:r>
              <a:t>PostgreSQL 18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Flyway DDL Schema Versioning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11 Relational Tables (sunvexa_db)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Indexed FK References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Stateful Price Snapshotting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Seed Catalog Data (V2__seed_data.sql)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FF33"/>
                </a:solidFill>
              </a:defRPr>
            </a:pPr>
            <a:r>
              <a:t>SUNVEXA CLEAN-TECH PLATFORM  •  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Transparent 6-Step Purchase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Step 1: Product Review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Review solar specs, power output, warranty terms, and unit 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Step 2: Customer Details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Collect full name, email, phone, shipping address, city, state &amp; pin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Step 3: Delivery &amp; Install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Select Product Only OR Turnkey Rooftop Site Installation (+₹25,000).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Step 4: Demo Payment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Process payment via UPI, Credit/Debit Card, or Net Banking with reference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Step 5: Order Confirmation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Persists order record in PostgreSQL sunvexa_db with stateful price snapshots.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FF33"/>
                </a:solidFill>
              </a:defRPr>
            </a:pPr>
            <a:r>
              <a:t>Step 6: Live Order Tracking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Real-time 6-phase timeline tracking progress by order number (e.g. SNR-89421).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FF33"/>
                </a:solidFill>
              </a:defRPr>
            </a:pPr>
            <a:r>
              <a:t>SUNVEXA CLEAN-TECH PLATFORM  •  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Security, JWT &amp; Database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FF33"/>
                </a:solidFill>
              </a:defRPr>
            </a:pPr>
            <a:r>
              <a:t>🔐 JWT Bearer Token Security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Stateless Authentication using HMAC-SHA512 signed JWT tokens passed via Authorization: Bearer header.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FF33"/>
                </a:solidFill>
              </a:defRPr>
            </a:pPr>
            <a:r>
              <a:t>🛡️ BCrypt Password Encryption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Passwords encrypted using BCrypt strength 10 prior to persistence in PostgreSQL users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FF33"/>
                </a:solidFill>
              </a:defRPr>
            </a:pPr>
            <a:r>
              <a:t>👥 Role-Based Access Control (RBAC)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Distinguishes CUSTOMER and ADMIN roles using Spring Security @PreAuthorize('hasRole("ADMIN")').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21C17"/>
          </a:solidFill>
          <a:ln>
            <a:solidFill>
              <a:srgbClr val="D4F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FF33"/>
                </a:solidFill>
              </a:defRPr>
            </a:pPr>
            <a:r>
              <a:t>🔍 Explicit Verification Logic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Strict backend checks for duplicate emails on registration and invalid password detection on login.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